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58" autoAdjust="0"/>
  </p:normalViewPr>
  <p:slideViewPr>
    <p:cSldViewPr>
      <p:cViewPr varScale="1">
        <p:scale>
          <a:sx n="45" d="100"/>
          <a:sy n="45" d="100"/>
        </p:scale>
        <p:origin x="2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6663" y="781416"/>
            <a:ext cx="15634674" cy="17049017"/>
          </a:xfrm>
          <a:custGeom>
            <a:avLst/>
            <a:gdLst/>
            <a:ahLst/>
            <a:cxnLst/>
            <a:rect l="l" t="t" r="r" b="b"/>
            <a:pathLst>
              <a:path w="15634674" h="17049017">
                <a:moveTo>
                  <a:pt x="0" y="0"/>
                </a:moveTo>
                <a:lnTo>
                  <a:pt x="15634674" y="0"/>
                </a:lnTo>
                <a:lnTo>
                  <a:pt x="15634674" y="17049018"/>
                </a:lnTo>
                <a:lnTo>
                  <a:pt x="0" y="17049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97" r="-2297" b="-891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3EE2C41-9DA4-894A-9200-9FA4834F3097}"/>
              </a:ext>
            </a:extLst>
          </p:cNvPr>
          <p:cNvSpPr/>
          <p:nvPr/>
        </p:nvSpPr>
        <p:spPr>
          <a:xfrm>
            <a:off x="0" y="0"/>
            <a:ext cx="18288000" cy="18288000"/>
          </a:xfrm>
          <a:custGeom>
            <a:avLst/>
            <a:gdLst/>
            <a:ahLst/>
            <a:cxnLst/>
            <a:rect l="l" t="t" r="r" b="b"/>
            <a:pathLst>
              <a:path w="18288000" h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7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Macintosh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Logo NLS</dc:title>
  <cp:lastModifiedBy>Irena Listianawati</cp:lastModifiedBy>
  <cp:revision>2</cp:revision>
  <dcterms:created xsi:type="dcterms:W3CDTF">2006-08-16T00:00:00Z</dcterms:created>
  <dcterms:modified xsi:type="dcterms:W3CDTF">2026-02-25T17:09:16Z</dcterms:modified>
  <dc:identifier>DAG9Wqp4z7I</dc:identifier>
</cp:coreProperties>
</file>